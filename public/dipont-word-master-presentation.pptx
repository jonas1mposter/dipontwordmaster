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7F5AF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5486400" cy="5486400"/>
          </a:xfrm>
          <a:prstGeom prst="ellipse">
            <a:avLst/>
          </a:prstGeom>
          <a:solidFill>
            <a:srgbClr val="2CB67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828800"/>
            <a:ext cx="2743200" cy="2743200"/>
          </a:xfrm>
          <a:prstGeom prst="ellipse">
            <a:avLst/>
          </a:prstGeom>
          <a:solidFill>
            <a:srgbClr val="FFB800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57200"/>
            <a:ext cx="1645920" cy="1645920"/>
          </a:xfrm>
          <a:prstGeom prst="ellipse">
            <a:avLst/>
          </a:prstGeom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狄邦单词通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B8A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Dipont Word Master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0" y="3977640"/>
            <a:ext cx="2743200" cy="36576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让每一个单词都值得期待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无锡狄邦文理学校 · 词汇学习平台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为什么我们需要改变？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B6B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学习枯燥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传统背单词枯燥乏味，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学生平均两周后放弃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8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进度不透明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28346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家长老师无法实时了解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学生学习情况与薄弱点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F5AF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缺乏互动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孤立学习缺少同伴激励，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难以养成持续学习习惯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7F5AF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游戏化英语词汇学习平台  ·  面向7-8年级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274320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" cy="2743200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游戏化驱动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等级、排位、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徽章、成就体系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560320" cy="274320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645920"/>
            <a:ext cx="54864" cy="2743200"/>
          </a:xfrm>
          <a:prstGeom prst="rect">
            <a:avLst/>
          </a:prstGeom>
          <a:solidFill>
            <a:srgbClr val="2CB67D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校本对齐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紧贴课标教材，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同步学校进度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560320" cy="274320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45920"/>
            <a:ext cx="54864" cy="27432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社交竞技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实时对战、好友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班级挑战赛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三段式学习模型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645920"/>
            <a:ext cx="914400" cy="914400"/>
          </a:xfrm>
          <a:prstGeom prst="ellipse">
            <a:avLst/>
          </a:prstGeom>
          <a:solidFill>
            <a:srgbClr val="7F5AF0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认识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交互闪卡学习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发音·释义·例句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F5AF0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645920"/>
            <a:ext cx="914400" cy="914400"/>
          </a:xfrm>
          <a:prstGeom prst="ellipse">
            <a:avLst/>
          </a:prstGeom>
          <a:solidFill>
            <a:srgbClr val="2CB67D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B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拼写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听写填空强化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主动回忆训练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F5AF0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645920"/>
            <a:ext cx="914400" cy="914400"/>
          </a:xfrm>
          <a:prstGeom prst="ellipse">
            <a:avLst/>
          </a:prstGeom>
          <a:solidFill>
            <a:srgbClr val="FFB800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9224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语境理解测试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真正掌握运用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五种题型全覆盖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554480" cy="274320"/>
          </a:xfrm>
          <a:prstGeom prst="rect">
            <a:avLst/>
          </a:prstGeom>
          <a:solidFill>
            <a:srgbClr val="7F5AF0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54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释义选择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4754880"/>
            <a:ext cx="1554480" cy="274320"/>
          </a:xfrm>
          <a:prstGeom prst="rect">
            <a:avLst/>
          </a:prstGeom>
          <a:solidFill>
            <a:srgbClr val="7F5AF0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4754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单词选择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4754880"/>
            <a:ext cx="1554480" cy="274320"/>
          </a:xfrm>
          <a:prstGeom prst="rect">
            <a:avLst/>
          </a:prstGeom>
          <a:solidFill>
            <a:srgbClr val="7F5AF0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4754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拼写测试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23560" y="4754880"/>
            <a:ext cx="1554480" cy="274320"/>
          </a:xfrm>
          <a:prstGeom prst="rect">
            <a:avLst/>
          </a:prstGeom>
          <a:solidFill>
            <a:srgbClr val="7F5AF0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4754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听力辨词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4754880"/>
            <a:ext cx="1554480" cy="274320"/>
          </a:xfrm>
          <a:prstGeom prst="rect">
            <a:avLst/>
          </a:prstGeom>
          <a:solidFill>
            <a:srgbClr val="7F5AF0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4754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填空应用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FF6B6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实时对战系统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竞技让学习充满动力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320040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对战流程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按年级ELO匹配对手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双方同时答10道词汇题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答对得分，速度加分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胜者获经验值、金币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积分排名实时更新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840480" cy="320040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段位体系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2240280"/>
            <a:ext cx="109728" cy="22860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212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青铜 Bronze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624328"/>
            <a:ext cx="109728" cy="22860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2596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白银 Silver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008376"/>
            <a:ext cx="109728" cy="228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9809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黄金 Gold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3392424"/>
            <a:ext cx="109728" cy="228600"/>
          </a:xfrm>
          <a:prstGeom prst="rect">
            <a:avLst/>
          </a:prstGeom>
          <a:solidFill>
            <a:srgbClr val="B0E0E6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3364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铂金 Platinum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776472"/>
            <a:ext cx="109728" cy="228600"/>
          </a:xfrm>
          <a:prstGeom prst="rect">
            <a:avLst/>
          </a:prstGeom>
          <a:solidFill>
            <a:srgbClr val="B9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钻石 Diamond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4160520"/>
            <a:ext cx="109728" cy="228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4133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王者 Champion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游戏化激励体系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2011680" cy="54864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成长空间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经验等级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学习、答题、对战均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获得XP，不断升级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80160"/>
            <a:ext cx="201168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1460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狄邦金币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97480" y="3108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活跃学习赚金币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自定义头像和铭牌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80160"/>
            <a:ext cx="2011680" cy="54864"/>
          </a:xfrm>
          <a:prstGeom prst="rect">
            <a:avLst/>
          </a:prstGeom>
          <a:solidFill>
            <a:srgbClr val="2CB67D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B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6344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种徽章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徽章收集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3108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50+独特徽章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含隐藏成就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28016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280160"/>
            <a:ext cx="20116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1228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每日刷新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每日任务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95160" y="3108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每天刷新任务目标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保持学习连续性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CB67D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社交互动系统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学习不再孤单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301752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好友系统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搜索添加同学好友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查看好友在线状态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观战好友对战实况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560320" cy="301752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即时聊天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好友间直接消息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一键发送对战邀请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实时通知提醒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560320" cy="301752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班级挑战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班级排名对抗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年级跨班竞赛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赛季专属奖励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赛季通行证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B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免费通道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0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B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所有学生自动参与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基础金币和经验奖励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每日任务积累进度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赛季结束排名重置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高级通道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稀有徽章和专属铭牌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特殊头像装饰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额外金币和XP加成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赛季限定奖励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7F5AF0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数据分析与洞察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精准教学，数据赋能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320040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3200400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学生个人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学习词汇总量与掌握率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正确率趋势变化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错题本针对性复习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学习时长与连续性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560320" cy="320040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54480"/>
            <a:ext cx="54864" cy="3200400"/>
          </a:xfrm>
          <a:prstGeom prst="rect">
            <a:avLst/>
          </a:prstGeom>
          <a:solidFill>
            <a:srgbClr val="2CB67D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班级统计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整体进度完成率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活跃度排行榜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薄弱词汇分析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跨时段对比报告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560320" cy="3200400"/>
          </a:xfrm>
          <a:prstGeom prst="rect">
            <a:avLst/>
          </a:prstGeom>
          <a:solidFill>
            <a:srgbClr val="232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54864" cy="32004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学校报表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跨年级成绩对比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使用率与参与度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教学效果评估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长期趋势分析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跨平台支持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PWA渐进式Web应用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/ Android / 桌面端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一套代码全平台覆盖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实时同步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31089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云端数据即时同步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手机开始，平板继续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无缝切换不丢进度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弹性架构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现代云基础设施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自动扩缩容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支撑全年级同时在线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F5AF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2CB67D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48640"/>
            <a:ext cx="1645920" cy="1645920"/>
          </a:xfrm>
          <a:prstGeom prst="ellipse">
            <a:avLst/>
          </a:prstGeom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让每一个单词都值得期待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A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Every Word a Joy to Learn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703320"/>
            <a:ext cx="2743200" cy="36576"/>
          </a:xfrm>
          <a:prstGeom prst="rect">
            <a:avLst/>
          </a:prstGeom>
          <a:solidFill>
            <a:srgbClr val="7F5AF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000570@nkcswx.cn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 dipontwordmaster.lovable.app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5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狄邦单词通 - 全校师生介绍</dc:title>
  <dc:subject>PptxGenJS Presentation</dc:subject>
  <dc:creator>Dipont Word Master</dc:creator>
  <cp:lastModifiedBy>Dipont Word Master</cp:lastModifiedBy>
  <cp:revision>1</cp:revision>
  <dcterms:created xsi:type="dcterms:W3CDTF">2026-03-19T14:55:59Z</dcterms:created>
  <dcterms:modified xsi:type="dcterms:W3CDTF">2026-03-19T14:55:59Z</dcterms:modified>
</cp:coreProperties>
</file>